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94"/>
  </p:normalViewPr>
  <p:slideViewPr>
    <p:cSldViewPr snapToGrid="0">
      <p:cViewPr varScale="1">
        <p:scale>
          <a:sx n="116" d="100"/>
          <a:sy n="116" d="100"/>
        </p:scale>
        <p:origin x="2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ADF2C-0B81-87AF-8E42-D0E4904A13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7FF12C-B156-3F86-1195-A806673384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AA3A9-F159-FC86-58CB-2B1D00FEA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EDAB-2727-A248-946F-A0E372B46C7F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7ECE9-9378-B7C0-DC61-C4851C342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EA89F-C9C8-32D5-C288-7A4CC9E32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8215-7CBD-AF42-88B6-A61C4C6EB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671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63672-C844-8A57-16D8-3D84AEDE9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A71A1-B35C-BE41-FE11-FA5254558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1EEAD-D7DC-C3FC-5701-6BAF80131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EDAB-2727-A248-946F-A0E372B46C7F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A1523-22D2-2B00-AB49-456468A6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22D21-C7FA-3A7B-88E4-FDEB31823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8215-7CBD-AF42-88B6-A61C4C6EB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29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018A7-6D9C-C04F-2820-7CD77F504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27172-1FA2-94BB-5E77-05CD0E2D0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6721A-65BA-B3C6-0A47-CFEB31572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EDAB-2727-A248-946F-A0E372B46C7F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9D875-4EEB-7ECE-BD39-AE87CEBF8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F85FB-3360-2FB0-74AC-4B6DDFFD2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8215-7CBD-AF42-88B6-A61C4C6EB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472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41003-3784-C477-14AE-E018CEC3D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46358-0C9B-7F0C-843B-F7FED5CE40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ED3EE-E008-3334-4B78-65AD011C6E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A0827-99A3-6904-DAFA-33189691D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EDAB-2727-A248-946F-A0E372B46C7F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542C25-B8A3-13ED-09D4-E40035414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4D6F3-F765-D64C-0269-9E51CFDBF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8215-7CBD-AF42-88B6-A61C4C6EB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21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D1FF7-B55D-E1DB-002C-ED1B78577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B9E24F-4283-96B2-0C42-0E3903824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FBA6C-57D7-6037-4DB1-AAA585FF3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0B1EBA-054B-8491-78EB-609EF271CC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587007-6397-7431-1349-A0A98FCD7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91FB53-B4B3-B52E-400E-A6E0B9484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EDAB-2727-A248-946F-A0E372B46C7F}" type="datetimeFigureOut">
              <a:rPr lang="en-US" smtClean="0"/>
              <a:t>1/27/26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B2400F-8BAA-BFB1-E7F0-1F4A1AA68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28EE60-8332-38AE-0C4D-00289077D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8215-7CBD-AF42-88B6-A61C4C6EB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035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4878B-468B-44DD-D2E2-B3FE8C592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DB4F26-0D54-2C1D-A146-822D1D46B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EDAB-2727-A248-946F-A0E372B46C7F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180AB1-940A-FBA1-C4A6-F0A4628CA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EF501D-A398-7699-D37C-A8C59E72A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8215-7CBD-AF42-88B6-A61C4C6EB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516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B7EE69-32D8-9D18-385A-4CD332A60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EDAB-2727-A248-946F-A0E372B46C7F}" type="datetimeFigureOut">
              <a:rPr lang="en-US" smtClean="0"/>
              <a:t>1/27/26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8B700C-95E9-5735-0D73-BB162D3A1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E8746-6878-9BD1-709D-265FAC839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8215-7CBD-AF42-88B6-A61C4C6EB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830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36265-AF16-6A36-3555-905F1227D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E8CEE-5F02-439D-775A-05F0DC8E4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1EC541-8834-C4DD-6B86-FCD103B0EE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449B5-3851-AB6B-1651-5D19E7BBF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EDAB-2727-A248-946F-A0E372B46C7F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D14A4-D4D1-9E93-4E9B-0151E1061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77FBD2-1996-BD1F-293D-A6DAFA6A5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8215-7CBD-AF42-88B6-A61C4C6EB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070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86910-E6B3-9838-7F0C-5E7A74388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77FF53-9850-19F4-A4BA-763BE484B4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329037-0D16-9519-23F8-4CCACFB8F9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729335-1425-A31C-2189-04934E1AB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EDAB-2727-A248-946F-A0E372B46C7F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A5339-3F91-E2FD-A5C6-57986A6E3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A2CCA9-DFB3-FBE7-FB22-1523D3C2E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8215-7CBD-AF42-88B6-A61C4C6EB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983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2EECC-82EC-EB6A-E589-04A8A9D48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113DB7-9197-E622-64BD-1F43B712C3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A78F5-8EB0-75A8-E611-82FE59663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EDAB-2727-A248-946F-A0E372B46C7F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D8FF6-F92F-89B2-E7A2-B25ABE279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A7D41-599B-82FC-5796-028FE360E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8215-7CBD-AF42-88B6-A61C4C6EB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348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3F8551-8A11-C46C-320E-E2CAF92A6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0EB956-8304-2415-6DA5-3BA2194C0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3D4D0-9D09-13D4-3626-C05DC2888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EDAB-2727-A248-946F-A0E372B46C7F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BFF53-FED7-B46E-5ABE-7096F631E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56EA5-4A9F-C8C9-F6BF-051A03BD6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8215-7CBD-AF42-88B6-A61C4C6EB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437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C5777D-D8EA-59F8-4B3F-EC6BD2B34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14278-6839-722A-7E96-D3232B364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0C87A-8B17-4055-B8EC-E78D392614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CCEDAB-2727-A248-946F-A0E372B46C7F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F6142-D6C5-F737-1C10-A63540EF92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4E204-4912-B93D-ED43-B786191C27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C38215-7CBD-AF42-88B6-A61C4C6EB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618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ABEF1-3063-DEBF-D52C-A383615295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C++ Types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2901B2-7983-963D-C856-4707CAB383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693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6F800-C9B8-20C4-96D1-0BF7EE75E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F677216-FF8D-F8C3-12AF-F27943810CF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401094"/>
          <a:ext cx="10515600" cy="32004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80154639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0855013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948291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Type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Size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Range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6035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32-bit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−2,147,483,648 to 2,147,483,647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5527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unsigned 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32-bit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 to 4,294,967,295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373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16-bit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−32,768 to 32,767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600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unsigned short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16-bit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 to 65,535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1278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long (Windows)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32-bit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same as 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1059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long (Linux/macOS)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64-bit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−9,223,372,036,854,775,808 to 9,223,372,036,854,775,807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20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long long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64-bit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same as above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743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7979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843D3-70B3-B178-7C92-50DFFBD39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big is the memory size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9AB2047-5E5F-B1A4-0EA4-821EEA5F4B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16975030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908185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Type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Minimum size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82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≥ 8 bits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627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≥ 16 bits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777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≥ 16 bits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914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≥ 32 bits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997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long long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≥ 64 bits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78261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1455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FF7BB-A20E-1AA3-93DB-D8CBA0EBE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3B3D7-4BD4-F4E0-DC3C-8EB2524F8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#include &lt;limits&gt;</a:t>
            </a:r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std::</a:t>
            </a:r>
            <a:r>
              <a:rPr lang="en-US" dirty="0" err="1"/>
              <a:t>cout</a:t>
            </a:r>
            <a:r>
              <a:rPr lang="en-US" dirty="0"/>
              <a:t> &lt;&lt; std::</a:t>
            </a:r>
            <a:r>
              <a:rPr lang="en-US" dirty="0" err="1"/>
              <a:t>numeric_limits</a:t>
            </a:r>
            <a:r>
              <a:rPr lang="en-US" dirty="0"/>
              <a:t>&lt;short&gt;::min() &lt;&lt; '\n';</a:t>
            </a:r>
          </a:p>
          <a:p>
            <a:pPr marL="0" indent="0">
              <a:buNone/>
            </a:pPr>
            <a:r>
              <a:rPr lang="en-US" dirty="0"/>
              <a:t>    std::</a:t>
            </a:r>
            <a:r>
              <a:rPr lang="en-US" dirty="0" err="1"/>
              <a:t>cout</a:t>
            </a:r>
            <a:r>
              <a:rPr lang="en-US" dirty="0"/>
              <a:t> &lt;&lt; " " &lt;&lt; std::</a:t>
            </a:r>
            <a:r>
              <a:rPr lang="en-US" dirty="0" err="1"/>
              <a:t>numeric_limits</a:t>
            </a:r>
            <a:r>
              <a:rPr lang="en-US" dirty="0"/>
              <a:t>&lt;short&gt;::max() &lt;&lt; '\n’;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std::</a:t>
            </a:r>
            <a:r>
              <a:rPr lang="en-US" dirty="0" err="1"/>
              <a:t>cout</a:t>
            </a:r>
            <a:r>
              <a:rPr lang="en-US" dirty="0"/>
              <a:t> &lt;&lt; std::</a:t>
            </a:r>
            <a:r>
              <a:rPr lang="en-US" dirty="0" err="1"/>
              <a:t>numeric_limits</a:t>
            </a:r>
            <a:r>
              <a:rPr lang="en-US" dirty="0"/>
              <a:t>&lt;int&gt;::min() &lt;&lt; '\n';</a:t>
            </a:r>
          </a:p>
          <a:p>
            <a:pPr marL="0" indent="0">
              <a:buNone/>
            </a:pPr>
            <a:r>
              <a:rPr lang="en-US" dirty="0"/>
              <a:t>    std::</a:t>
            </a:r>
            <a:r>
              <a:rPr lang="en-US" dirty="0" err="1"/>
              <a:t>cout</a:t>
            </a:r>
            <a:r>
              <a:rPr lang="en-US" dirty="0"/>
              <a:t> &lt;&lt; " " &lt;&lt; std::</a:t>
            </a:r>
            <a:r>
              <a:rPr lang="en-US" dirty="0" err="1"/>
              <a:t>numeric_limits</a:t>
            </a:r>
            <a:r>
              <a:rPr lang="en-US" dirty="0"/>
              <a:t>&lt;int&gt;::max() &lt;&lt; '\n';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std::</a:t>
            </a:r>
            <a:r>
              <a:rPr lang="en-US" dirty="0" err="1"/>
              <a:t>cout</a:t>
            </a:r>
            <a:r>
              <a:rPr lang="en-US" dirty="0"/>
              <a:t> &lt;&lt; std::</a:t>
            </a:r>
            <a:r>
              <a:rPr lang="en-US" dirty="0" err="1"/>
              <a:t>numeric_limits</a:t>
            </a:r>
            <a:r>
              <a:rPr lang="en-US" dirty="0"/>
              <a:t>&lt;long long&gt;::min() &lt;&lt; '\n';</a:t>
            </a:r>
          </a:p>
          <a:p>
            <a:pPr marL="0" indent="0">
              <a:buNone/>
            </a:pPr>
            <a:r>
              <a:rPr lang="en-US" dirty="0"/>
              <a:t>    std::</a:t>
            </a:r>
            <a:r>
              <a:rPr lang="en-US" dirty="0" err="1"/>
              <a:t>cout</a:t>
            </a:r>
            <a:r>
              <a:rPr lang="en-US" dirty="0"/>
              <a:t> &lt;&lt; " " &lt;&lt; std::</a:t>
            </a:r>
            <a:r>
              <a:rPr lang="en-US" dirty="0" err="1"/>
              <a:t>numeric_limits</a:t>
            </a:r>
            <a:r>
              <a:rPr lang="en-US" dirty="0"/>
              <a:t>&lt;long long&gt;::max() &lt;&lt; '\n';</a:t>
            </a:r>
          </a:p>
          <a:p>
            <a:pPr marL="0" indent="0">
              <a:buNone/>
            </a:pPr>
            <a:r>
              <a:rPr lang="en-US" dirty="0"/>
              <a:t>    std::</a:t>
            </a:r>
            <a:r>
              <a:rPr lang="en-US" dirty="0" err="1"/>
              <a:t>cout</a:t>
            </a:r>
            <a:r>
              <a:rPr lang="en-US" dirty="0"/>
              <a:t> &lt;&lt; std::</a:t>
            </a:r>
            <a:r>
              <a:rPr lang="en-US" dirty="0" err="1"/>
              <a:t>numeric_limits</a:t>
            </a:r>
            <a:r>
              <a:rPr lang="en-US" dirty="0"/>
              <a:t>&lt;unsigned long long&gt;::max() &lt;&lt; '\n';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37237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67F35-BDA3-DB33-9DA9-AF661F346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Floating Point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8FD8809-C953-06AF-1915-2AA0D42BC3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3535192"/>
              </p:ext>
            </p:extLst>
          </p:nvPr>
        </p:nvGraphicFramePr>
        <p:xfrm>
          <a:off x="838200" y="2995454"/>
          <a:ext cx="10012680" cy="14630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647911282"/>
                    </a:ext>
                  </a:extLst>
                </a:gridCol>
                <a:gridCol w="2354580">
                  <a:extLst>
                    <a:ext uri="{9D8B030D-6E8A-4147-A177-3AD203B41FA5}">
                      <a16:colId xmlns:a16="http://schemas.microsoft.com/office/drawing/2014/main" val="2234352976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1892540660"/>
                    </a:ext>
                  </a:extLst>
                </a:gridCol>
                <a:gridCol w="2354580">
                  <a:extLst>
                    <a:ext uri="{9D8B030D-6E8A-4147-A177-3AD203B41FA5}">
                      <a16:colId xmlns:a16="http://schemas.microsoft.com/office/drawing/2014/main" val="28186761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Type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Size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Approx range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Precision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332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float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32-bit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~1.18 × 10⁻³⁸ to ~3.4 × 10³⁸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~7 decimal digits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054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double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64-bit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~2.23 × 10⁻³⁰⁸ to ~1.80 × 10³⁰⁸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~15–16 digits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6200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long double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Platform-dependent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≥ double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varies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4211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7133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A4A6D-E331-58C4-F8B4-655BBC8CC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 of a float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D8BDA-9AD2-E2EE-D1D0-5DF0B4951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31                 23                        0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+---+----------------+-----------------------+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| S |   Exponent     |      Fraction         |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+---+----------------+-----------------------+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1        8 bits              23 bits</a:t>
            </a:r>
          </a:p>
        </p:txBody>
      </p:sp>
    </p:spTree>
    <p:extLst>
      <p:ext uri="{BB962C8B-B14F-4D97-AF65-F5344CB8AC3E}">
        <p14:creationId xmlns:p14="http://schemas.microsoft.com/office/powerpoint/2010/main" val="2196766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320</Words>
  <Application>Microsoft Macintosh PowerPoint</Application>
  <PresentationFormat>Widescreen</PresentationFormat>
  <Paragraphs>76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Courier New</vt:lpstr>
      <vt:lpstr>Office Theme</vt:lpstr>
      <vt:lpstr>C++ Types</vt:lpstr>
      <vt:lpstr>Integers</vt:lpstr>
      <vt:lpstr>How big is the memory size</vt:lpstr>
      <vt:lpstr>Limits</vt:lpstr>
      <vt:lpstr>Floating Point</vt:lpstr>
      <vt:lpstr>Format of a float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James, Gary</dc:creator>
  <cp:lastModifiedBy>James, Gary</cp:lastModifiedBy>
  <cp:revision>1</cp:revision>
  <dcterms:created xsi:type="dcterms:W3CDTF">2026-01-27T16:27:08Z</dcterms:created>
  <dcterms:modified xsi:type="dcterms:W3CDTF">2026-01-27T20:38:32Z</dcterms:modified>
</cp:coreProperties>
</file>